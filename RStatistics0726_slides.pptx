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460" r:id="rId5"/>
    <p:sldId id="257" r:id="rId6"/>
    <p:sldId id="462" r:id="rId7"/>
    <p:sldId id="583" r:id="rId8"/>
    <p:sldId id="582" r:id="rId9"/>
    <p:sldId id="584" r:id="rId10"/>
    <p:sldId id="580" r:id="rId11"/>
    <p:sldId id="579" r:id="rId12"/>
  </p:sldIdLst>
  <p:sldSz cx="12192000" cy="6858000"/>
  <p:notesSz cx="6854825" cy="9240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36" userDrawn="1">
          <p15:clr>
            <a:srgbClr val="A4A3A4"/>
          </p15:clr>
        </p15:guide>
        <p15:guide id="2" orient="horz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0EE"/>
    <a:srgbClr val="000000"/>
    <a:srgbClr val="4E2A84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7449" autoAdjust="0"/>
  </p:normalViewPr>
  <p:slideViewPr>
    <p:cSldViewPr snapToGrid="0">
      <p:cViewPr varScale="1">
        <p:scale>
          <a:sx n="108" d="100"/>
          <a:sy n="108" d="100"/>
        </p:scale>
        <p:origin x="540" y="114"/>
      </p:cViewPr>
      <p:guideLst>
        <p:guide pos="7536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ian Whitton" userId="2d961593-5fb8-49ca-b069-f75a71330059" providerId="ADAL" clId="{E5BDB9DC-0294-4B44-B5C1-44ADBA1E8C29}"/>
    <pc:docChg chg="undo custSel addSld delSld modSld sldOrd">
      <pc:chgData name="Jillian Whitton" userId="2d961593-5fb8-49ca-b069-f75a71330059" providerId="ADAL" clId="{E5BDB9DC-0294-4B44-B5C1-44ADBA1E8C29}" dt="2026-07-08T18:42:12.733" v="620" actId="20577"/>
      <pc:docMkLst>
        <pc:docMk/>
      </pc:docMkLst>
      <pc:sldChg chg="modSp mod">
        <pc:chgData name="Jillian Whitton" userId="2d961593-5fb8-49ca-b069-f75a71330059" providerId="ADAL" clId="{E5BDB9DC-0294-4B44-B5C1-44ADBA1E8C29}" dt="2026-07-07T14:44:07.446" v="424" actId="27636"/>
        <pc:sldMkLst>
          <pc:docMk/>
          <pc:sldMk cId="2057218179" sldId="257"/>
        </pc:sldMkLst>
        <pc:spChg chg="mod">
          <ac:chgData name="Jillian Whitton" userId="2d961593-5fb8-49ca-b069-f75a71330059" providerId="ADAL" clId="{E5BDB9DC-0294-4B44-B5C1-44ADBA1E8C29}" dt="2026-07-07T14:38:58.625" v="407" actId="947"/>
          <ac:spMkLst>
            <pc:docMk/>
            <pc:sldMk cId="2057218179" sldId="257"/>
            <ac:spMk id="2" creationId="{525A8237-7538-F82E-CF5E-70052A370BBF}"/>
          </ac:spMkLst>
        </pc:spChg>
        <pc:spChg chg="mod">
          <ac:chgData name="Jillian Whitton" userId="2d961593-5fb8-49ca-b069-f75a71330059" providerId="ADAL" clId="{E5BDB9DC-0294-4B44-B5C1-44ADBA1E8C29}" dt="2026-07-07T14:44:07.446" v="424" actId="27636"/>
          <ac:spMkLst>
            <pc:docMk/>
            <pc:sldMk cId="2057218179" sldId="257"/>
            <ac:spMk id="3" creationId="{22736DF4-919B-F686-3891-6FD730359CE9}"/>
          </ac:spMkLst>
        </pc:spChg>
        <pc:spChg chg="mod">
          <ac:chgData name="Jillian Whitton" userId="2d961593-5fb8-49ca-b069-f75a71330059" providerId="ADAL" clId="{E5BDB9DC-0294-4B44-B5C1-44ADBA1E8C29}" dt="2026-07-07T14:39:05.636" v="408" actId="1076"/>
          <ac:spMkLst>
            <pc:docMk/>
            <pc:sldMk cId="2057218179" sldId="257"/>
            <ac:spMk id="6" creationId="{3009FC79-E7F4-9004-8097-D165F9AA0BAE}"/>
          </ac:spMkLst>
        </pc:spChg>
      </pc:sldChg>
      <pc:sldChg chg="modSp mod">
        <pc:chgData name="Jillian Whitton" userId="2d961593-5fb8-49ca-b069-f75a71330059" providerId="ADAL" clId="{E5BDB9DC-0294-4B44-B5C1-44ADBA1E8C29}" dt="2026-07-07T14:32:49.949" v="405" actId="947"/>
        <pc:sldMkLst>
          <pc:docMk/>
          <pc:sldMk cId="3929284829" sldId="460"/>
        </pc:sldMkLst>
        <pc:spChg chg="mod">
          <ac:chgData name="Jillian Whitton" userId="2d961593-5fb8-49ca-b069-f75a71330059" providerId="ADAL" clId="{E5BDB9DC-0294-4B44-B5C1-44ADBA1E8C29}" dt="2026-07-07T14:32:49.949" v="405" actId="947"/>
          <ac:spMkLst>
            <pc:docMk/>
            <pc:sldMk cId="3929284829" sldId="460"/>
            <ac:spMk id="3" creationId="{52F793BA-B70A-0B4C-2654-004860BE4539}"/>
          </ac:spMkLst>
        </pc:spChg>
      </pc:sldChg>
      <pc:sldChg chg="delSp modSp mod">
        <pc:chgData name="Jillian Whitton" userId="2d961593-5fb8-49ca-b069-f75a71330059" providerId="ADAL" clId="{E5BDB9DC-0294-4B44-B5C1-44ADBA1E8C29}" dt="2026-07-06T21:13:08.958" v="379" actId="108"/>
        <pc:sldMkLst>
          <pc:docMk/>
          <pc:sldMk cId="738396913" sldId="462"/>
        </pc:sldMkLst>
        <pc:spChg chg="mod">
          <ac:chgData name="Jillian Whitton" userId="2d961593-5fb8-49ca-b069-f75a71330059" providerId="ADAL" clId="{E5BDB9DC-0294-4B44-B5C1-44ADBA1E8C29}" dt="2026-07-06T21:13:08.958" v="379" actId="108"/>
          <ac:spMkLst>
            <pc:docMk/>
            <pc:sldMk cId="738396913" sldId="462"/>
            <ac:spMk id="3" creationId="{A737146B-6CED-6191-6133-907EBC12D8B2}"/>
          </ac:spMkLst>
        </pc:spChg>
      </pc:sldChg>
      <pc:sldChg chg="modSp mod">
        <pc:chgData name="Jillian Whitton" userId="2d961593-5fb8-49ca-b069-f75a71330059" providerId="ADAL" clId="{E5BDB9DC-0294-4B44-B5C1-44ADBA1E8C29}" dt="2026-07-08T15:19:11.442" v="540" actId="20577"/>
        <pc:sldMkLst>
          <pc:docMk/>
          <pc:sldMk cId="3883444932" sldId="579"/>
        </pc:sldMkLst>
        <pc:spChg chg="mod">
          <ac:chgData name="Jillian Whitton" userId="2d961593-5fb8-49ca-b069-f75a71330059" providerId="ADAL" clId="{E5BDB9DC-0294-4B44-B5C1-44ADBA1E8C29}" dt="2026-07-08T15:19:11.442" v="540" actId="20577"/>
          <ac:spMkLst>
            <pc:docMk/>
            <pc:sldMk cId="3883444932" sldId="579"/>
            <ac:spMk id="3" creationId="{88C1F603-52BC-BB44-1F6B-8AA452E54186}"/>
          </ac:spMkLst>
        </pc:spChg>
      </pc:sldChg>
      <pc:sldChg chg="addSp delSp modSp new mod">
        <pc:chgData name="Jillian Whitton" userId="2d961593-5fb8-49ca-b069-f75a71330059" providerId="ADAL" clId="{E5BDB9DC-0294-4B44-B5C1-44ADBA1E8C29}" dt="2026-07-06T20:59:01.697" v="144" actId="27636"/>
        <pc:sldMkLst>
          <pc:docMk/>
          <pc:sldMk cId="3724730363" sldId="582"/>
        </pc:sldMkLst>
        <pc:spChg chg="add mod">
          <ac:chgData name="Jillian Whitton" userId="2d961593-5fb8-49ca-b069-f75a71330059" providerId="ADAL" clId="{E5BDB9DC-0294-4B44-B5C1-44ADBA1E8C29}" dt="2026-07-06T20:59:01.697" v="144" actId="27636"/>
          <ac:spMkLst>
            <pc:docMk/>
            <pc:sldMk cId="3724730363" sldId="582"/>
            <ac:spMk id="5" creationId="{F8495ACD-E4BF-B558-7BCA-DE75D38E70E6}"/>
          </ac:spMkLst>
        </pc:spChg>
        <pc:spChg chg="add mod">
          <ac:chgData name="Jillian Whitton" userId="2d961593-5fb8-49ca-b069-f75a71330059" providerId="ADAL" clId="{E5BDB9DC-0294-4B44-B5C1-44ADBA1E8C29}" dt="2026-07-06T20:59:01.697" v="144" actId="27636"/>
          <ac:spMkLst>
            <pc:docMk/>
            <pc:sldMk cId="3724730363" sldId="582"/>
            <ac:spMk id="6" creationId="{0944AAF1-9314-E8A0-49B2-4BDC9B92A830}"/>
          </ac:spMkLst>
        </pc:spChg>
        <pc:spChg chg="add mod">
          <ac:chgData name="Jillian Whitton" userId="2d961593-5fb8-49ca-b069-f75a71330059" providerId="ADAL" clId="{E5BDB9DC-0294-4B44-B5C1-44ADBA1E8C29}" dt="2026-07-06T20:59:01.697" v="144" actId="27636"/>
          <ac:spMkLst>
            <pc:docMk/>
            <pc:sldMk cId="3724730363" sldId="582"/>
            <ac:spMk id="8" creationId="{F481A3AF-1E55-26A8-6762-30A768A692A3}"/>
          </ac:spMkLst>
        </pc:spChg>
        <pc:spChg chg="add mod">
          <ac:chgData name="Jillian Whitton" userId="2d961593-5fb8-49ca-b069-f75a71330059" providerId="ADAL" clId="{E5BDB9DC-0294-4B44-B5C1-44ADBA1E8C29}" dt="2026-07-06T20:59:01.697" v="144" actId="27636"/>
          <ac:spMkLst>
            <pc:docMk/>
            <pc:sldMk cId="3724730363" sldId="582"/>
            <ac:spMk id="9" creationId="{E48C0371-C7B1-BCD2-8254-4C571A0094CD}"/>
          </ac:spMkLst>
        </pc:spChg>
        <pc:spChg chg="add mod">
          <ac:chgData name="Jillian Whitton" userId="2d961593-5fb8-49ca-b069-f75a71330059" providerId="ADAL" clId="{E5BDB9DC-0294-4B44-B5C1-44ADBA1E8C29}" dt="2026-07-06T20:59:01.697" v="144" actId="27636"/>
          <ac:spMkLst>
            <pc:docMk/>
            <pc:sldMk cId="3724730363" sldId="582"/>
            <ac:spMk id="10" creationId="{8BDA442E-522B-AD77-F577-73A56832F4A2}"/>
          </ac:spMkLst>
        </pc:spChg>
        <pc:spChg chg="add mod">
          <ac:chgData name="Jillian Whitton" userId="2d961593-5fb8-49ca-b069-f75a71330059" providerId="ADAL" clId="{E5BDB9DC-0294-4B44-B5C1-44ADBA1E8C29}" dt="2026-07-06T20:59:01.697" v="144" actId="27636"/>
          <ac:spMkLst>
            <pc:docMk/>
            <pc:sldMk cId="3724730363" sldId="582"/>
            <ac:spMk id="11" creationId="{E939FDB9-8D9D-705D-5405-6B8DFB11064A}"/>
          </ac:spMkLst>
        </pc:spChg>
        <pc:picChg chg="add mod">
          <ac:chgData name="Jillian Whitton" userId="2d961593-5fb8-49ca-b069-f75a71330059" providerId="ADAL" clId="{E5BDB9DC-0294-4B44-B5C1-44ADBA1E8C29}" dt="2026-07-06T20:59:01.697" v="144" actId="27636"/>
          <ac:picMkLst>
            <pc:docMk/>
            <pc:sldMk cId="3724730363" sldId="582"/>
            <ac:picMk id="7" creationId="{2F96F627-51A8-4305-A3DB-B47B1F343879}"/>
          </ac:picMkLst>
        </pc:picChg>
      </pc:sldChg>
      <pc:sldChg chg="addSp delSp modSp new mod ord">
        <pc:chgData name="Jillian Whitton" userId="2d961593-5fb8-49ca-b069-f75a71330059" providerId="ADAL" clId="{E5BDB9DC-0294-4B44-B5C1-44ADBA1E8C29}" dt="2026-07-08T15:09:55.448" v="426"/>
        <pc:sldMkLst>
          <pc:docMk/>
          <pc:sldMk cId="193855556" sldId="583"/>
        </pc:sldMkLst>
        <pc:spChg chg="add mod">
          <ac:chgData name="Jillian Whitton" userId="2d961593-5fb8-49ca-b069-f75a71330059" providerId="ADAL" clId="{E5BDB9DC-0294-4B44-B5C1-44ADBA1E8C29}" dt="2026-07-06T21:02:03.350" v="156"/>
          <ac:spMkLst>
            <pc:docMk/>
            <pc:sldMk cId="193855556" sldId="583"/>
            <ac:spMk id="8" creationId="{62C3CD5C-C607-603E-0C94-CEC17A64FCFF}"/>
          </ac:spMkLst>
        </pc:spChg>
        <pc:spChg chg="add mod">
          <ac:chgData name="Jillian Whitton" userId="2d961593-5fb8-49ca-b069-f75a71330059" providerId="ADAL" clId="{E5BDB9DC-0294-4B44-B5C1-44ADBA1E8C29}" dt="2026-07-06T21:02:03.350" v="156"/>
          <ac:spMkLst>
            <pc:docMk/>
            <pc:sldMk cId="193855556" sldId="583"/>
            <ac:spMk id="9" creationId="{354FD9E9-86F7-8CDC-127B-69BDCB37BCA7}"/>
          </ac:spMkLst>
        </pc:spChg>
        <pc:spChg chg="add mod">
          <ac:chgData name="Jillian Whitton" userId="2d961593-5fb8-49ca-b069-f75a71330059" providerId="ADAL" clId="{E5BDB9DC-0294-4B44-B5C1-44ADBA1E8C29}" dt="2026-07-06T21:02:03.350" v="156"/>
          <ac:spMkLst>
            <pc:docMk/>
            <pc:sldMk cId="193855556" sldId="583"/>
            <ac:spMk id="10" creationId="{896EE269-A861-5EDD-45B8-35B6BE440262}"/>
          </ac:spMkLst>
        </pc:spChg>
      </pc:sldChg>
      <pc:sldChg chg="addSp delSp modSp new mod">
        <pc:chgData name="Jillian Whitton" userId="2d961593-5fb8-49ca-b069-f75a71330059" providerId="ADAL" clId="{E5BDB9DC-0294-4B44-B5C1-44ADBA1E8C29}" dt="2026-07-08T18:42:12.733" v="620" actId="20577"/>
        <pc:sldMkLst>
          <pc:docMk/>
          <pc:sldMk cId="1727902525" sldId="584"/>
        </pc:sldMkLst>
        <pc:spChg chg="del">
          <ac:chgData name="Jillian Whitton" userId="2d961593-5fb8-49ca-b069-f75a71330059" providerId="ADAL" clId="{E5BDB9DC-0294-4B44-B5C1-44ADBA1E8C29}" dt="2026-07-08T15:10:23.483" v="428" actId="478"/>
          <ac:spMkLst>
            <pc:docMk/>
            <pc:sldMk cId="1727902525" sldId="584"/>
            <ac:spMk id="2" creationId="{EF2FD981-0E19-7349-203B-F740342D1A16}"/>
          </ac:spMkLst>
        </pc:spChg>
        <pc:spChg chg="mod">
          <ac:chgData name="Jillian Whitton" userId="2d961593-5fb8-49ca-b069-f75a71330059" providerId="ADAL" clId="{E5BDB9DC-0294-4B44-B5C1-44ADBA1E8C29}" dt="2026-07-08T18:42:12.733" v="620" actId="20577"/>
          <ac:spMkLst>
            <pc:docMk/>
            <pc:sldMk cId="1727902525" sldId="584"/>
            <ac:spMk id="3" creationId="{768169DF-B356-A55B-DB32-1FE77646E734}"/>
          </ac:spMkLst>
        </pc:spChg>
        <pc:picChg chg="add del mod">
          <ac:chgData name="Jillian Whitton" userId="2d961593-5fb8-49ca-b069-f75a71330059" providerId="ADAL" clId="{E5BDB9DC-0294-4B44-B5C1-44ADBA1E8C29}" dt="2026-07-08T18:40:49.378" v="576" actId="478"/>
          <ac:picMkLst>
            <pc:docMk/>
            <pc:sldMk cId="1727902525" sldId="584"/>
            <ac:picMk id="5" creationId="{9CB22E03-D97E-F7AE-73E3-594A2B7BDF00}"/>
          </ac:picMkLst>
        </pc:picChg>
        <pc:picChg chg="add del mod">
          <ac:chgData name="Jillian Whitton" userId="2d961593-5fb8-49ca-b069-f75a71330059" providerId="ADAL" clId="{E5BDB9DC-0294-4B44-B5C1-44ADBA1E8C29}" dt="2026-07-08T18:39:12.966" v="541" actId="478"/>
          <ac:picMkLst>
            <pc:docMk/>
            <pc:sldMk cId="1727902525" sldId="584"/>
            <ac:picMk id="6" creationId="{A9F076EF-71F6-FBC9-DF78-4B850F9F4D64}"/>
          </ac:picMkLst>
        </pc:picChg>
        <pc:picChg chg="add mod">
          <ac:chgData name="Jillian Whitton" userId="2d961593-5fb8-49ca-b069-f75a71330059" providerId="ADAL" clId="{E5BDB9DC-0294-4B44-B5C1-44ADBA1E8C29}" dt="2026-07-08T18:41:31.327" v="581" actId="1076"/>
          <ac:picMkLst>
            <pc:docMk/>
            <pc:sldMk cId="1727902525" sldId="584"/>
            <ac:picMk id="19" creationId="{4BCF6974-3841-7672-8D01-C1B86520E35D}"/>
          </ac:picMkLst>
        </pc:picChg>
        <pc:inkChg chg="add del">
          <ac:chgData name="Jillian Whitton" userId="2d961593-5fb8-49ca-b069-f75a71330059" providerId="ADAL" clId="{E5BDB9DC-0294-4B44-B5C1-44ADBA1E8C29}" dt="2026-07-08T18:40:51.969" v="577" actId="478"/>
          <ac:inkMkLst>
            <pc:docMk/>
            <pc:sldMk cId="1727902525" sldId="584"/>
            <ac:inkMk id="7" creationId="{113B43EF-A8B0-BD35-1EF5-8AC45B3AD1D8}"/>
          </ac:inkMkLst>
        </pc:inkChg>
        <pc:inkChg chg="add del">
          <ac:chgData name="Jillian Whitton" userId="2d961593-5fb8-49ca-b069-f75a71330059" providerId="ADAL" clId="{E5BDB9DC-0294-4B44-B5C1-44ADBA1E8C29}" dt="2026-07-08T15:12:43.331" v="538"/>
          <ac:inkMkLst>
            <pc:docMk/>
            <pc:sldMk cId="1727902525" sldId="584"/>
            <ac:inkMk id="7" creationId="{3D551D9F-D086-4F99-2E05-A8B44EA14084}"/>
          </ac:inkMkLst>
        </pc:inkChg>
        <pc:inkChg chg="add del">
          <ac:chgData name="Jillian Whitton" userId="2d961593-5fb8-49ca-b069-f75a71330059" providerId="ADAL" clId="{E5BDB9DC-0294-4B44-B5C1-44ADBA1E8C29}" dt="2026-07-08T18:39:15.612" v="542" actId="478"/>
          <ac:inkMkLst>
            <pc:docMk/>
            <pc:sldMk cId="1727902525" sldId="584"/>
            <ac:inkMk id="8" creationId="{BC1FE721-886A-02B2-5975-22F0D8957A01}"/>
          </ac:inkMkLst>
        </pc:inkChg>
        <pc:inkChg chg="add del mod">
          <ac:chgData name="Jillian Whitton" userId="2d961593-5fb8-49ca-b069-f75a71330059" providerId="ADAL" clId="{E5BDB9DC-0294-4B44-B5C1-44ADBA1E8C29}" dt="2026-07-08T18:40:44.405" v="574"/>
          <ac:inkMkLst>
            <pc:docMk/>
            <pc:sldMk cId="1727902525" sldId="584"/>
            <ac:inkMk id="9" creationId="{E96E7AF4-CCBC-DEFF-849E-C1E355685A3C}"/>
          </ac:inkMkLst>
        </pc:inkChg>
        <pc:inkChg chg="add del">
          <ac:chgData name="Jillian Whitton" userId="2d961593-5fb8-49ca-b069-f75a71330059" providerId="ADAL" clId="{E5BDB9DC-0294-4B44-B5C1-44ADBA1E8C29}" dt="2026-07-08T18:40:43.696" v="573" actId="9405"/>
          <ac:inkMkLst>
            <pc:docMk/>
            <pc:sldMk cId="1727902525" sldId="584"/>
            <ac:inkMk id="10" creationId="{28A8B117-47F8-8825-89F6-0E2E9B40D839}"/>
          </ac:inkMkLst>
        </pc:inkChg>
        <pc:inkChg chg="add del">
          <ac:chgData name="Jillian Whitton" userId="2d961593-5fb8-49ca-b069-f75a71330059" providerId="ADAL" clId="{E5BDB9DC-0294-4B44-B5C1-44ADBA1E8C29}" dt="2026-07-08T18:40:42.593" v="571" actId="9405"/>
          <ac:inkMkLst>
            <pc:docMk/>
            <pc:sldMk cId="1727902525" sldId="584"/>
            <ac:inkMk id="11" creationId="{DB9803BF-0DF1-196C-3219-D2798692045C}"/>
          </ac:inkMkLst>
        </pc:inkChg>
        <pc:inkChg chg="add">
          <ac:chgData name="Jillian Whitton" userId="2d961593-5fb8-49ca-b069-f75a71330059" providerId="ADAL" clId="{E5BDB9DC-0294-4B44-B5C1-44ADBA1E8C29}" dt="2026-07-08T18:40:02.748" v="551"/>
          <ac:inkMkLst>
            <pc:docMk/>
            <pc:sldMk cId="1727902525" sldId="584"/>
            <ac:inkMk id="12" creationId="{2214D811-E465-6399-F0A8-2DE9D296A6F7}"/>
          </ac:inkMkLst>
        </pc:inkChg>
        <pc:inkChg chg="add del">
          <ac:chgData name="Jillian Whitton" userId="2d961593-5fb8-49ca-b069-f75a71330059" providerId="ADAL" clId="{E5BDB9DC-0294-4B44-B5C1-44ADBA1E8C29}" dt="2026-07-08T18:40:41.429" v="568" actId="9405"/>
          <ac:inkMkLst>
            <pc:docMk/>
            <pc:sldMk cId="1727902525" sldId="584"/>
            <ac:inkMk id="13" creationId="{FB516B75-B2D9-B7C3-27D9-BDE0B446F9B5}"/>
          </ac:inkMkLst>
        </pc:inkChg>
        <pc:inkChg chg="add del mod">
          <ac:chgData name="Jillian Whitton" userId="2d961593-5fb8-49ca-b069-f75a71330059" providerId="ADAL" clId="{E5BDB9DC-0294-4B44-B5C1-44ADBA1E8C29}" dt="2026-07-08T18:40:40.980" v="567" actId="9405"/>
          <ac:inkMkLst>
            <pc:docMk/>
            <pc:sldMk cId="1727902525" sldId="584"/>
            <ac:inkMk id="14" creationId="{1193D3C1-69AE-0920-EA26-F9C305207095}"/>
          </ac:inkMkLst>
        </pc:inkChg>
        <pc:inkChg chg="add del">
          <ac:chgData name="Jillian Whitton" userId="2d961593-5fb8-49ca-b069-f75a71330059" providerId="ADAL" clId="{E5BDB9DC-0294-4B44-B5C1-44ADBA1E8C29}" dt="2026-07-08T18:40:39.449" v="564" actId="9405"/>
          <ac:inkMkLst>
            <pc:docMk/>
            <pc:sldMk cId="1727902525" sldId="584"/>
            <ac:inkMk id="15" creationId="{C5303ECA-5295-C6DD-D69A-D34DB8428DD7}"/>
          </ac:inkMkLst>
        </pc:inkChg>
        <pc:inkChg chg="add del">
          <ac:chgData name="Jillian Whitton" userId="2d961593-5fb8-49ca-b069-f75a71330059" providerId="ADAL" clId="{E5BDB9DC-0294-4B44-B5C1-44ADBA1E8C29}" dt="2026-07-08T18:40:38.742" v="562" actId="9405"/>
          <ac:inkMkLst>
            <pc:docMk/>
            <pc:sldMk cId="1727902525" sldId="584"/>
            <ac:inkMk id="16" creationId="{001519C7-DD57-F88C-8603-BD15A5EFCAB2}"/>
          </ac:inkMkLst>
        </pc:inkChg>
        <pc:inkChg chg="add del">
          <ac:chgData name="Jillian Whitton" userId="2d961593-5fb8-49ca-b069-f75a71330059" providerId="ADAL" clId="{E5BDB9DC-0294-4B44-B5C1-44ADBA1E8C29}" dt="2026-07-08T18:40:38.496" v="561" actId="9405"/>
          <ac:inkMkLst>
            <pc:docMk/>
            <pc:sldMk cId="1727902525" sldId="584"/>
            <ac:inkMk id="17" creationId="{D4DD18E6-6FA8-CF03-35D3-C4EEDE6988D0}"/>
          </ac:inkMkLst>
        </pc:inkChg>
        <pc:inkChg chg="add del">
          <ac:chgData name="Jillian Whitton" userId="2d961593-5fb8-49ca-b069-f75a71330059" providerId="ADAL" clId="{E5BDB9DC-0294-4B44-B5C1-44ADBA1E8C29}" dt="2026-07-08T18:41:41.995" v="583"/>
          <ac:inkMkLst>
            <pc:docMk/>
            <pc:sldMk cId="1727902525" sldId="584"/>
            <ac:inkMk id="20" creationId="{868F08E9-D86B-8525-745A-29D4F76BB75F}"/>
          </ac:inkMkLst>
        </pc:inkChg>
        <pc:inkChg chg="add">
          <ac:chgData name="Jillian Whitton" userId="2d961593-5fb8-49ca-b069-f75a71330059" providerId="ADAL" clId="{E5BDB9DC-0294-4B44-B5C1-44ADBA1E8C29}" dt="2026-07-08T18:41:41.995" v="583"/>
          <ac:inkMkLst>
            <pc:docMk/>
            <pc:sldMk cId="1727902525" sldId="584"/>
            <ac:inkMk id="21" creationId="{0F30D468-865D-913B-9792-FBB8A7F43ABE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18:41:41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0,'3168'27'0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424" cy="4636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2815" y="0"/>
            <a:ext cx="2970424" cy="4636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CE111-520A-49CD-BE98-D40AAA857A9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155700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483" y="4447153"/>
            <a:ext cx="5483860" cy="36385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2970424" cy="4636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2815" y="8777193"/>
            <a:ext cx="2970424" cy="4636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CAA4B-1A61-4C0A-BA5D-2FC8A90F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 of myself and Dave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8E7E1-0DBB-484B-81BD-8330CE9BCC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4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this a line at a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8E7E1-0DBB-484B-81BD-8330CE9BCC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63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8E7E1-0DBB-484B-81BD-8330CE9BCC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13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CAA4B-1A61-4C0A-BA5D-2FC8A90F00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9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6383-1595-991A-7726-371FDB43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DC294-9986-3008-D9F2-1D99E0D5D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6135B-DEBF-5EC1-E296-F5607D2ED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8222D-9CB7-20DD-1F0A-2A3366287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8E7E1-0DBB-484B-81BD-8330CE9BCC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5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CAA4B-1A61-4C0A-BA5D-2FC8A90F00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2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AA65-EF9F-4ABF-A12C-BBCD8F1727CF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CA8EE-792F-4B64-8BF0-56BD441D8BD5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D978F-627F-4155-9CA2-9D40DB5DEB14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16A2F-86A8-E51D-CB60-76CA1DE816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271945"/>
            <a:ext cx="4805569" cy="39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4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34E7-1436-76C6-17E4-E9B81F64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C489A-3327-BAA2-B6D0-1E94C6D1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29CC-D093-2DEC-B7F9-3D473E1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9B96-6CE5-46FE-B86B-9B214748D1E4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A283-CCB8-A9F7-74A3-BDABB4BC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AAB1C-7106-848E-AC67-4388EBC9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805C-7677-5BA5-3E77-500090AA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316E-7BAE-0E3C-2BE1-5FA845321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EF5A7-8C2F-B5C5-3F99-2C856EB0E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CD897-0AB3-934B-3917-3E8E80FF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008C-D587-4ED6-A340-E0E52B71A6E2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83E03-7706-1EC1-F7DD-56C25A81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02DD4-3211-4B34-3234-F0906537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1461-08A6-744F-EA05-9F55BD21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6F1D7-1940-6104-6174-B3B8641D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19EC0-31B5-9787-8683-9A186CD26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0F2AA-EDD0-F912-A234-226F8D0B2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03C0-92A8-8539-BDFA-C6A4AC193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59945-E157-55F9-C8EB-25E0512B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C242-5971-4280-850F-B17CF4B51D3E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5A5DB-2F28-FAF3-027F-DE6D0E01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16746-BE3D-B834-E9FE-952C386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B6C7-5F89-2E45-8E7F-35566A2B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59A78-52F4-5F79-B08C-DE6621F9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98F07-E161-4733-A3C6-3780F769731B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2A711-B21E-D10B-F4DF-9F62623D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D5E55-D3D3-5A41-9E7A-75484314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C230C-919F-9B7C-79FA-2DF5E23C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10C-8FF1-4E1C-84B7-696B8E7E8E03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ACFA2-3C55-00C1-9574-8F41BB39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EA1B-8BB9-5A0B-3F91-DCEB437A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5AFC-A581-E595-95D4-6A2DB1EF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A74E-C153-4BBA-CF40-EDE97A9C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7AF2-253B-42EA-B5BC-D2695CF9D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52508-9954-B4DA-7F8C-DAEBDC2F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748-761F-4758-8745-CAD0222AF37C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D0EE1-4B99-830B-CA4A-22E0294B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35767-600A-D175-D197-8A224DAF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22A5-135B-A757-D0FD-A4962C51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863C5-BC70-7885-2291-59C7E4381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35F8-6EF8-9A24-A687-F8A17C53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43A1-45FD-D7AA-09A9-BD0501B7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84F5-CAE8-40A5-9D36-8264BCD02B63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C344F-3409-A560-B59F-45729E6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96D8-6A45-492C-2195-86DD1257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8F04-5570-A47D-7A03-F6529880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068-6E28-FA1B-3B2F-C47EA9E77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2979-CA75-1C17-494B-FA9D4949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823AE-D4F0-4934-90B4-F86ED99E9661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9CA7-1FBF-6193-0219-AC97DEB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3775-780E-F7F8-1AAA-5A4691F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2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76430-515A-751B-E949-B3CA043F2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9CFEB-16E6-7B43-7730-03558AF5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59A5-0EB3-C74B-5890-5AE26D71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290-0C21-4261-BFFF-7FAD653FBBB0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FEB-95C8-2B00-5B28-5005189F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2BC8-D6E4-5A50-21BF-B4346DD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2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12192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9410095" y="-1221619"/>
            <a:ext cx="2462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 descr="NWU PPT Wide Opt 2 - No Wordmark_Separator 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15F28-A306-A5D7-D083-59D03EF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62D0D-9073-A330-E0DD-4156A891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2D7D-BD9F-49E8-E403-6541D4D9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FF9E5-0AE6-498F-9310-C19DD4BC6C8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5D9A-4796-E7D7-0E2A-3C4B2BC28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E504C-9D3F-2654-F0C1-9F92974A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cdsdocs.it.northwestern.edu/tutorials/r/r-installation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david.nichols@northwestern.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illian.whitton@northwestern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view of Chicago over the lake from the south end of the Evanston NU campus">
            <a:extLst>
              <a:ext uri="{FF2B5EF4-FFF2-40B4-BE49-F238E27FC236}">
                <a16:creationId xmlns:a16="http://schemas.microsoft.com/office/drawing/2014/main" id="{45627C57-85F5-F9F4-5E81-9385D3FB6B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1979"/>
            <a:ext cx="1219200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584D1-A48E-C229-5469-2F1C1985E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9489" y="404602"/>
            <a:ext cx="5347855" cy="1878722"/>
          </a:xfr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R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793BA-B70A-0B4C-2654-004860BE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4145" y="1600391"/>
            <a:ext cx="5347855" cy="2840062"/>
          </a:xfr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Dave Nichols</a:t>
            </a:r>
          </a:p>
          <a:p>
            <a:r>
              <a:rPr lang="en-US" dirty="0"/>
              <a:t>Jillian Whitton</a:t>
            </a:r>
          </a:p>
          <a:p>
            <a:r>
              <a:rPr lang="en-US" dirty="0"/>
              <a:t>RCDS</a:t>
            </a:r>
          </a:p>
          <a:p>
            <a:r>
              <a:rPr lang="en-US" dirty="0"/>
              <a:t>Northwestern University IT</a:t>
            </a:r>
          </a:p>
          <a:p>
            <a:endParaRPr lang="en-US" dirty="0"/>
          </a:p>
          <a:p>
            <a:r>
              <a:rPr lang="en-US" b="1" i="1" dirty="0"/>
              <a:t>We start at 9:30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72FF1-E322-2E73-1414-49517D4D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933DD-179C-48A2-AE1E-8B6F68E46F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8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24"/>
            <a:ext cx="10515600" cy="89979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2467"/>
            <a:ext cx="10515600" cy="419996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AI, Machine Learning, 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Collecting web data (scraping, APIs), text analysis, extracting information from text </a:t>
            </a:r>
          </a:p>
          <a:p>
            <a:r>
              <a:rPr lang="en-US" sz="1800" dirty="0"/>
              <a:t>Cleaning, transforming, reformatting, and wrangling data</a:t>
            </a:r>
          </a:p>
          <a:p>
            <a:r>
              <a:rPr lang="en-US" sz="1800" dirty="0"/>
              <a:t>Automating repetitive research tasks</a:t>
            </a:r>
          </a:p>
          <a:p>
            <a:r>
              <a:rPr lang="en-US" sz="1800" dirty="0"/>
              <a:t>Research reproducibility and replicability</a:t>
            </a:r>
          </a:p>
          <a:p>
            <a:r>
              <a:rPr lang="en-US" sz="1800" dirty="0"/>
              <a:t>Programming, computing, data management, etc.</a:t>
            </a:r>
          </a:p>
          <a:p>
            <a:r>
              <a:rPr lang="en-US" sz="1800" dirty="0"/>
              <a:t>R, Python, SQL, MATLAB,</a:t>
            </a:r>
            <a:r>
              <a:rPr lang="en-US" sz="1800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en-US" sz="1800" dirty="0"/>
              <a:t>Stata, SPSS, SAS, etc.</a:t>
            </a:r>
          </a:p>
          <a:p>
            <a:pPr marL="0" indent="0">
              <a:buNone/>
            </a:pPr>
            <a:r>
              <a:rPr lang="en-US" sz="2400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Get 1-1 help from us! – </a:t>
            </a:r>
            <a:r>
              <a:rPr lang="en-US" sz="2400" b="1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bit.ly/</a:t>
            </a:r>
            <a:r>
              <a:rPr lang="en-US" sz="2400" b="1" i="1" dirty="0" err="1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rcdsconsult</a:t>
            </a:r>
            <a:endParaRPr lang="en-US" sz="2400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Bring Your Own Data (BYOD) working groups – </a:t>
            </a:r>
            <a:r>
              <a:rPr lang="en-US" sz="2400" b="1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bit.ly/</a:t>
            </a:r>
            <a:r>
              <a:rPr lang="en-US" sz="2400" b="1" i="1" dirty="0" err="1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byod_groups</a:t>
            </a:r>
            <a:r>
              <a:rPr lang="en-US" sz="2400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Collaborative Project Support – </a:t>
            </a:r>
            <a:r>
              <a:rPr lang="en-US" sz="2400" b="1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bit.ly/</a:t>
            </a:r>
            <a:r>
              <a:rPr lang="en-US" sz="2400" b="1" i="1" dirty="0" err="1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collaborative_project_support</a:t>
            </a:r>
            <a:endParaRPr lang="en-US" sz="2400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723494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B446D-F4A3-65C7-5639-17C2229C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933DD-179C-48A2-AE1E-8B6F68E46F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1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9811-36FF-435C-7BB4-2C99A0D5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4E2A84"/>
                </a:solidFill>
                <a:latin typeface="Aptos Display" panose="020B0004020202020204" pitchFamily="34" charset="0"/>
              </a:rPr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146B-6CED-6191-6133-907EBC12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 should already have R and </a:t>
            </a:r>
            <a:r>
              <a:rPr lang="en-US" b="1" dirty="0" err="1"/>
              <a:t>Rstudio</a:t>
            </a:r>
            <a:r>
              <a:rPr lang="en-US" b="1" dirty="0"/>
              <a:t> installed on your laptop</a:t>
            </a:r>
            <a:endParaRPr lang="en-US" dirty="0"/>
          </a:p>
          <a:p>
            <a:pPr lvl="1"/>
            <a:r>
              <a:rPr lang="en-US" dirty="0"/>
              <a:t>If you need either, instructions are at </a:t>
            </a:r>
            <a:r>
              <a:rPr lang="en-US" dirty="0">
                <a:hlinkClick r:id="rId3"/>
              </a:rPr>
              <a:t>https://rcdsdocs.it.northwestern.edu/tutorials/r/r-installation.html</a:t>
            </a:r>
            <a:endParaRPr lang="en-US" dirty="0"/>
          </a:p>
          <a:p>
            <a:pPr lvl="1"/>
            <a:r>
              <a:rPr lang="en-US" dirty="0"/>
              <a:t>Let us know if you’re having issues</a:t>
            </a:r>
          </a:p>
          <a:p>
            <a:r>
              <a:rPr lang="en-US" b="1" dirty="0"/>
              <a:t>We’ll be breaking for lunch for an hour around noon</a:t>
            </a:r>
          </a:p>
          <a:p>
            <a:r>
              <a:rPr lang="en-US" b="1" dirty="0"/>
              <a:t>There’ll be 10-15 minute breaks mid-morning and mid-afternoon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FD437-9EF6-7986-2B91-77C2E078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96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680F6-FE9C-027B-CD26-8D59EE23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C3CD5C-C607-603E-0C94-CEC17A64FCFF}"/>
              </a:ext>
            </a:extLst>
          </p:cNvPr>
          <p:cNvSpPr txBox="1">
            <a:spLocks/>
          </p:cNvSpPr>
          <p:nvPr/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 panose="020B0603020102020204"/>
                <a:ea typeface="+mj-ea"/>
                <a:cs typeface="Calibri Light"/>
              </a:rPr>
              <a:t>Sticky Notes</a:t>
            </a:r>
            <a:endParaRPr kumimoji="0" lang="en-US" sz="28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" panose="020B0603020102020204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4FD9E9-86F7-8CDC-127B-69BDCB37BCA7}"/>
              </a:ext>
            </a:extLst>
          </p:cNvPr>
          <p:cNvSpPr/>
          <p:nvPr/>
        </p:nvSpPr>
        <p:spPr>
          <a:xfrm>
            <a:off x="1757945" y="2653311"/>
            <a:ext cx="3146961" cy="2572987"/>
          </a:xfrm>
          <a:prstGeom prst="rect">
            <a:avLst/>
          </a:prstGeom>
          <a:solidFill>
            <a:srgbClr val="92D050"/>
          </a:solidFill>
          <a:ln w="222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Calibri"/>
              </a:rPr>
              <a:t>I'm done/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Calibri"/>
              </a:rPr>
              <a:t>doing 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EE269-A861-5EDD-45B8-35B6BE440262}"/>
              </a:ext>
            </a:extLst>
          </p:cNvPr>
          <p:cNvSpPr/>
          <p:nvPr/>
        </p:nvSpPr>
        <p:spPr>
          <a:xfrm>
            <a:off x="7151321" y="2653311"/>
            <a:ext cx="3146961" cy="2572987"/>
          </a:xfrm>
          <a:prstGeom prst="rect">
            <a:avLst/>
          </a:prstGeom>
          <a:solidFill>
            <a:srgbClr val="B2324B">
              <a:lumMod val="40000"/>
              <a:lumOff val="60000"/>
            </a:srgbClr>
          </a:solidFill>
          <a:ln w="22225" cap="rnd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Calibri"/>
              </a:rPr>
              <a:t>I need help/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Calibri"/>
              </a:rPr>
              <a:t>I'm stuck</a:t>
            </a:r>
          </a:p>
        </p:txBody>
      </p:sp>
    </p:spTree>
    <p:extLst>
      <p:ext uri="{BB962C8B-B14F-4D97-AF65-F5344CB8AC3E}">
        <p14:creationId xmlns:p14="http://schemas.microsoft.com/office/powerpoint/2010/main" val="19385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49E28-5312-8295-B651-66A62824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495ACD-E4BF-B558-7BCA-DE75D38E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6503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Download materials from </a:t>
            </a:r>
            <a:r>
              <a:rPr lang="en-US" dirty="0" err="1">
                <a:solidFill>
                  <a:schemeClr val="tx1"/>
                </a:solidFill>
              </a:rPr>
              <a:t>github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4AAF1-9314-E8A0-49B2-4BDC9B92A830}"/>
              </a:ext>
            </a:extLst>
          </p:cNvPr>
          <p:cNvSpPr txBox="1"/>
          <p:nvPr/>
        </p:nvSpPr>
        <p:spPr>
          <a:xfrm>
            <a:off x="581192" y="1678193"/>
            <a:ext cx="510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Step 1: Download as a zip file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F96F627-51A8-4305-A3DB-B47B1F3438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9"/>
          <a:stretch>
            <a:fillRect/>
          </a:stretch>
        </p:blipFill>
        <p:spPr bwMode="auto">
          <a:xfrm>
            <a:off x="756643" y="2969982"/>
            <a:ext cx="3740727" cy="279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81A3AF-1E55-26A8-6762-30A768A692A3}"/>
              </a:ext>
            </a:extLst>
          </p:cNvPr>
          <p:cNvSpPr txBox="1"/>
          <p:nvPr/>
        </p:nvSpPr>
        <p:spPr>
          <a:xfrm>
            <a:off x="5863733" y="1678193"/>
            <a:ext cx="510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Step 2: Unzip the downloaded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C0371-C7B1-BCD2-8254-4C571A0094CD}"/>
              </a:ext>
            </a:extLst>
          </p:cNvPr>
          <p:cNvSpPr txBox="1"/>
          <p:nvPr/>
        </p:nvSpPr>
        <p:spPr>
          <a:xfrm>
            <a:off x="5863733" y="2185588"/>
            <a:ext cx="51070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</a:rPr>
              <a:t>MacOS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Go to “Downloads”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Double-click the file to unzip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Move unzipped folder to desired place (like Documents or Desktop)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DA442E-522B-AD77-F577-73A56832F4A2}"/>
              </a:ext>
            </a:extLst>
          </p:cNvPr>
          <p:cNvSpPr txBox="1"/>
          <p:nvPr/>
        </p:nvSpPr>
        <p:spPr>
          <a:xfrm>
            <a:off x="5863732" y="4002316"/>
            <a:ext cx="51070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>
                <a:solidFill>
                  <a:srgbClr val="0070C0"/>
                </a:solidFill>
              </a:rPr>
              <a:t>Windows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Go to “Downloads”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Right click on the file, then select “</a:t>
            </a:r>
            <a:r>
              <a:rPr lang="en-US" b="1">
                <a:solidFill>
                  <a:srgbClr val="0070C0"/>
                </a:solidFill>
              </a:rPr>
              <a:t>Extract All</a:t>
            </a:r>
            <a:r>
              <a:rPr lang="en-US" b="1"/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Select the desired destination to extract to in the pop-up dialog box</a:t>
            </a:r>
          </a:p>
          <a:p>
            <a:r>
              <a:rPr lang="en-US" b="1"/>
              <a:t>See also: </a:t>
            </a:r>
            <a:r>
              <a:rPr lang="en-US" b="1" i="1"/>
              <a:t>https://</a:t>
            </a:r>
            <a:r>
              <a:rPr lang="en-US" b="1" i="1" err="1"/>
              <a:t>www.lifewire.com</a:t>
            </a:r>
            <a:r>
              <a:rPr lang="en-US" b="1" i="1"/>
              <a:t>/unzip-files-windows-11-8425832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9FDB9-8D9D-705D-5405-6B8DFB11064A}"/>
              </a:ext>
            </a:extLst>
          </p:cNvPr>
          <p:cNvSpPr txBox="1"/>
          <p:nvPr/>
        </p:nvSpPr>
        <p:spPr>
          <a:xfrm>
            <a:off x="756643" y="2185588"/>
            <a:ext cx="4013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/>
              <a:t>Click on </a:t>
            </a:r>
            <a:r>
              <a:rPr lang="en-US" b="1">
                <a:solidFill>
                  <a:srgbClr val="00B050"/>
                </a:solidFill>
              </a:rPr>
              <a:t>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Click on Download Zip</a:t>
            </a:r>
          </a:p>
        </p:txBody>
      </p:sp>
    </p:spTree>
    <p:extLst>
      <p:ext uri="{BB962C8B-B14F-4D97-AF65-F5344CB8AC3E}">
        <p14:creationId xmlns:p14="http://schemas.microsoft.com/office/powerpoint/2010/main" val="372473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69DF-B356-A55B-DB32-1FE77646E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9859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 to the downloaded folder, open the </a:t>
            </a:r>
            <a:r>
              <a:rPr lang="en-US" dirty="0" err="1"/>
              <a:t>r_statistics</a:t>
            </a:r>
            <a:r>
              <a:rPr lang="en-US" dirty="0"/>
              <a:t> folder, click on the </a:t>
            </a:r>
            <a:r>
              <a:rPr lang="en-US" dirty="0" err="1"/>
              <a:t>r_statistics</a:t>
            </a:r>
            <a:r>
              <a:rPr lang="en-US" dirty="0"/>
              <a:t> R project, and we’ll get started…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6363E-F1C4-BDB0-B659-5E884EEF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6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CF6974-3841-7672-8D01-C1B86520E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164" y="2459115"/>
            <a:ext cx="7419671" cy="35559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F30D468-865D-913B-9792-FBB8A7F43ABE}"/>
                  </a:ext>
                </a:extLst>
              </p14:cNvPr>
              <p14:cNvContentPartPr/>
              <p14:nvPr/>
            </p14:nvContentPartPr>
            <p14:xfrm>
              <a:off x="2507021" y="3559154"/>
              <a:ext cx="1140840" cy="10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F30D468-865D-913B-9792-FBB8A7F43A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3021" y="3451154"/>
                <a:ext cx="1248480" cy="22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790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AB1A-BD19-469A-3464-D38BD3AB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BAEED-843D-4E01-2CD7-BAB8E295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D1A52-CE28-4382-3206-C174C64028A4}"/>
              </a:ext>
            </a:extLst>
          </p:cNvPr>
          <p:cNvSpPr txBox="1"/>
          <p:nvPr/>
        </p:nvSpPr>
        <p:spPr>
          <a:xfrm>
            <a:off x="713888" y="5972607"/>
            <a:ext cx="3096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by Andrew Shiva / Wikipedia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6A9ADE-D4D8-76DE-5215-92A3F0E3C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85" y="396510"/>
            <a:ext cx="3586952" cy="5381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C28A24-F4E3-0131-FF37-784A3D56A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630" y="396510"/>
            <a:ext cx="3587469" cy="5381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1E4E1C-F25E-D362-FD4B-299BA6485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592" y="396510"/>
            <a:ext cx="3586942" cy="538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3BF1-1B44-2684-2C3E-06F06546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C9B01-AB77-7252-C309-12912DE6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1F603-52BC-BB44-1F6B-8AA452E5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Thanks for attending!</a:t>
            </a:r>
          </a:p>
          <a:p>
            <a:r>
              <a:rPr lang="en-US" dirty="0"/>
              <a:t>You can contact us at </a:t>
            </a:r>
            <a:r>
              <a:rPr lang="en-US" dirty="0">
                <a:hlinkClick r:id="rId3"/>
              </a:rPr>
              <a:t>david.nichols@northwestern.edu</a:t>
            </a:r>
            <a:r>
              <a:rPr lang="en-US" dirty="0"/>
              <a:t> and </a:t>
            </a:r>
            <a:r>
              <a:rPr lang="en-US" dirty="0">
                <a:hlinkClick r:id="rId4"/>
              </a:rPr>
              <a:t>jillian.whitton@northwestern.edu</a:t>
            </a:r>
            <a:endParaRPr lang="en-US" dirty="0"/>
          </a:p>
          <a:p>
            <a:pPr marL="0" indent="0">
              <a:buNone/>
            </a:pPr>
            <a:endParaRPr lang="en-US" i="1"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i="1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Get </a:t>
            </a:r>
            <a:r>
              <a:rPr lang="en-US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1-1 help from us! – </a:t>
            </a:r>
            <a:r>
              <a:rPr lang="en-US" b="1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bit.ly/</a:t>
            </a:r>
            <a:r>
              <a:rPr lang="en-US" b="1" i="1" dirty="0" err="1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rcdsconsult</a:t>
            </a:r>
            <a:endParaRPr lang="en-US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Bring Your Own Data (BYOD) working groups – </a:t>
            </a:r>
            <a:r>
              <a:rPr lang="en-US" b="1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bit.ly/</a:t>
            </a:r>
            <a:r>
              <a:rPr lang="en-US" b="1" i="1" dirty="0" err="1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byod_groups</a:t>
            </a:r>
            <a:r>
              <a:rPr lang="en-US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i="1" dirty="0"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Collaborative Project Support – </a:t>
            </a:r>
            <a:r>
              <a:rPr lang="en-US" b="1" i="1" dirty="0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bit.ly/</a:t>
            </a:r>
            <a:r>
              <a:rPr lang="en-US" b="1" i="1" dirty="0" err="1">
                <a:solidFill>
                  <a:srgbClr val="C00000"/>
                </a:solidFill>
                <a:latin typeface="Franklin Gothic Medium" panose="020B0603020102020204" pitchFamily="34" charset="0"/>
                <a:ea typeface="Calibri"/>
                <a:cs typeface="Arial" panose="020B0604020202020204" pitchFamily="34" charset="0"/>
              </a:rPr>
              <a:t>collaborative_project_support</a:t>
            </a:r>
            <a:endParaRPr lang="en-US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i="1" dirty="0">
              <a:solidFill>
                <a:srgbClr val="C00000"/>
              </a:solidFill>
              <a:latin typeface="Franklin Gothic Medium" panose="020B0603020102020204" pitchFamily="34" charset="0"/>
              <a:ea typeface="Calibri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44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" id="{4D2BC0E6-B610-4A51-B030-3C2BC533F5A2}" vid="{F517B8E7-38EE-46AC-975E-F384639ED3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2abaa01e-9938-407e-aa0b-10580c653abd" xsi:nil="true"/>
    <TaxCatchAll xmlns="efce84db-8738-4c7b-9bdc-65b9500871f6" xsi:nil="true"/>
    <lcf76f155ced4ddcb4097134ff3c332f xmlns="2abaa01e-9938-407e-aa0b-10580c653ab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C9924B2BE754D9B1ADDA1D4CEDCCC" ma:contentTypeVersion="21" ma:contentTypeDescription="Create a new document." ma:contentTypeScope="" ma:versionID="f7b330499a1b3e2a3da9951d8afe3466">
  <xsd:schema xmlns:xsd="http://www.w3.org/2001/XMLSchema" xmlns:xs="http://www.w3.org/2001/XMLSchema" xmlns:p="http://schemas.microsoft.com/office/2006/metadata/properties" xmlns:ns2="2abaa01e-9938-407e-aa0b-10580c653abd" xmlns:ns3="7be34c64-93b8-4842-bfae-c3106b8c53c2" xmlns:ns4="efce84db-8738-4c7b-9bdc-65b9500871f6" targetNamespace="http://schemas.microsoft.com/office/2006/metadata/properties" ma:root="true" ma:fieldsID="37290936f3504cd37cf61e80b838ee70" ns2:_="" ns3:_="" ns4:_="">
    <xsd:import namespace="2abaa01e-9938-407e-aa0b-10580c653abd"/>
    <xsd:import namespace="7be34c64-93b8-4842-bfae-c3106b8c53c2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Not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aa01e-9938-407e-aa0b-10580c653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34c64-93b8-4842-bfae-c3106b8c5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9c316fb5-9e31-4487-b45f-917c480130b2}" ma:internalName="TaxCatchAll" ma:showField="CatchAllData" ma:web="7be34c64-93b8-4842-bfae-c3106b8c5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E9614C-AFF3-4042-B96A-BCA0CA447D5C}">
  <ds:schemaRefs>
    <ds:schemaRef ds:uri="2abaa01e-9938-407e-aa0b-10580c653abd"/>
    <ds:schemaRef ds:uri="efce84db-8738-4c7b-9bdc-65b9500871f6"/>
    <ds:schemaRef ds:uri="http://www.w3.org/XML/1998/namespace"/>
    <ds:schemaRef ds:uri="7be34c64-93b8-4842-bfae-c3106b8c53c2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2D699D9-1B31-4616-8FB0-B4CEE1C491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0A75E6-3B78-41AE-928D-78EAD8F49E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baa01e-9938-407e-aa0b-10580c653abd"/>
    <ds:schemaRef ds:uri="7be34c64-93b8-4842-bfae-c3106b8c53c2"/>
    <ds:schemaRef ds:uri="efce84db-8738-4c7b-9bdc-65b9500871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minimal_template</Template>
  <TotalTime>14411</TotalTime>
  <Words>434</Words>
  <Application>Microsoft Office PowerPoint</Application>
  <PresentationFormat>Widescreen</PresentationFormat>
  <Paragraphs>76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Franklin Gothic Book</vt:lpstr>
      <vt:lpstr>Franklin Gothic Medium</vt:lpstr>
      <vt:lpstr>Office Theme</vt:lpstr>
      <vt:lpstr>R Statistics</vt:lpstr>
      <vt:lpstr>This workshop is brought to you by:</vt:lpstr>
      <vt:lpstr>Logistics</vt:lpstr>
      <vt:lpstr>PowerPoint Presentation</vt:lpstr>
      <vt:lpstr>Download materials from github</vt:lpstr>
      <vt:lpstr>PowerPoint Presentation</vt:lpstr>
      <vt:lpstr>PowerPoint Presentation</vt:lpstr>
      <vt:lpstr>PowerPoint Presentation</vt:lpstr>
    </vt:vector>
  </TitlesOfParts>
  <Company>Northwestern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Jillian Whitton</dc:creator>
  <cp:lastModifiedBy>Jillian Whitton</cp:lastModifiedBy>
  <cp:revision>61</cp:revision>
  <cp:lastPrinted>2026-02-16T19:23:11Z</cp:lastPrinted>
  <dcterms:created xsi:type="dcterms:W3CDTF">2026-02-05T20:26:41Z</dcterms:created>
  <dcterms:modified xsi:type="dcterms:W3CDTF">2026-07-08T18:46:12Z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0x010100A0BC9924B2BE754D9B1ADDA1D4CEDCCC</vt:lpwstr>
  </property>
  <property fmtid="{D5CDD505-2E9C-101B-9397-08002B2CF9AE}" pid="3" name="MediaServiceImageTags">
    <vt:lpwstr/>
  </property>
</Properties>
</file>